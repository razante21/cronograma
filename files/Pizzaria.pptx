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Overlock"/>
      <p:regular r:id="rId8"/>
      <p:bold r:id="rId9"/>
      <p:italic r:id="rId10"/>
      <p:boldItalic r:id="rId11"/>
    </p:embeddedFon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40+tOdfSAJIscJkRlcR+8l0/T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verlock-boldItalic.fntdata"/><Relationship Id="rId10" Type="http://schemas.openxmlformats.org/officeDocument/2006/relationships/font" Target="fonts/Overlock-italic.fntdata"/><Relationship Id="rId13" Type="http://customschemas.google.com/relationships/presentationmetadata" Target="metadata"/><Relationship Id="rId12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erlo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Overlo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jpg"/><Relationship Id="rId9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2.jpg"/><Relationship Id="rId7" Type="http://schemas.openxmlformats.org/officeDocument/2006/relationships/image" Target="../media/image6.jpg"/><Relationship Id="rId8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468961" y="365192"/>
            <a:ext cx="3254077" cy="299284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691569" y="548968"/>
            <a:ext cx="2808857" cy="2634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51567">
            <a:off x="4967843" y="886756"/>
            <a:ext cx="2333295" cy="18885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3520770" y="2750586"/>
            <a:ext cx="5150456" cy="1446550"/>
          </a:xfrm>
          <a:prstGeom prst="horizontalScroll">
            <a:avLst>
              <a:gd fmla="val 12500" name="adj"/>
            </a:avLst>
          </a:prstGeom>
          <a:solidFill>
            <a:srgbClr val="FF0000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4735902"/>
            <a:ext cx="12192000" cy="2122098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280165" y="3722638"/>
            <a:ext cx="5631670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pt-BR" sz="115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Pizzaria</a:t>
            </a:r>
            <a:endParaRPr b="1" i="0" sz="8000" u="none" cap="none" strike="noStrike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860575" y="2812050"/>
            <a:ext cx="4662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LUCHESI</a:t>
            </a:r>
            <a:endParaRPr b="1" i="0" sz="7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8099232" y="0"/>
            <a:ext cx="4092768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5695950"/>
            <a:ext cx="12192000" cy="1162050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650789" y="1526216"/>
            <a:ext cx="5361176" cy="372124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252942" y="279399"/>
            <a:ext cx="2057400" cy="196426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51567">
            <a:off x="529907" y="590585"/>
            <a:ext cx="1657940" cy="134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657821" y="4661237"/>
            <a:ext cx="357339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Pizzaria</a:t>
            </a:r>
            <a:endParaRPr b="1" i="0" sz="54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48953" y="3488812"/>
            <a:ext cx="736451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pt-BR" sz="9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CARDÁPIO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252942" y="279399"/>
            <a:ext cx="2057400" cy="196426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51567">
            <a:off x="529907" y="590585"/>
            <a:ext cx="1657940" cy="134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2695590" y="592820"/>
            <a:ext cx="26516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pt-BR" sz="72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612739" y="3594748"/>
            <a:ext cx="20485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Calabresa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432205" y="5846864"/>
            <a:ext cx="23557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Portuguesa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4736787" y="3594748"/>
            <a:ext cx="21655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Mussarela</a:t>
            </a:r>
            <a:endParaRPr b="1" i="0" sz="3600" u="none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5133" y="2259936"/>
            <a:ext cx="2002218" cy="133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845" y="4388150"/>
            <a:ext cx="1928431" cy="1458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991" y="2243666"/>
            <a:ext cx="1885187" cy="136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7857" y="4406273"/>
            <a:ext cx="1874768" cy="144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89829" y="2228341"/>
            <a:ext cx="1912970" cy="136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89829" y="4406274"/>
            <a:ext cx="1920787" cy="14405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10420350" y="0"/>
            <a:ext cx="1761762" cy="6858000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736787" y="5880816"/>
            <a:ext cx="19864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4 Queijos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669864" y="3591332"/>
            <a:ext cx="21528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Pepperoni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066799" y="5880816"/>
            <a:ext cx="13590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Bacon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20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2024-08-29T14:10:52Z</dcterms:created>
  <dc:creator>37200@fiecalunos.lan</dc:creator>
</cp:coreProperties>
</file>