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Overlock"/>
      <p:regular r:id="rId8"/>
      <p:bold r:id="rId9"/>
      <p:italic r:id="rId10"/>
      <p:boldItalic r:id="rId11"/>
    </p:embeddedFon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lyVvmpE1PJFm/u/mNBJZIgAWG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verlock-boldItalic.fntdata"/><Relationship Id="rId10" Type="http://schemas.openxmlformats.org/officeDocument/2006/relationships/font" Target="fonts/Overlock-italic.fntdata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erlo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Overlo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9" Type="http://schemas.openxmlformats.org/officeDocument/2006/relationships/image" Target="../media/image7.jpg"/><Relationship Id="rId5" Type="http://schemas.openxmlformats.org/officeDocument/2006/relationships/image" Target="../media/image2.jpg"/><Relationship Id="rId6" Type="http://schemas.openxmlformats.org/officeDocument/2006/relationships/image" Target="../media/image5.jpg"/><Relationship Id="rId7" Type="http://schemas.openxmlformats.org/officeDocument/2006/relationships/image" Target="../media/image4.jpg"/><Relationship Id="rId8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21348" y="683625"/>
            <a:ext cx="2149800" cy="1818900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70498" y="893472"/>
            <a:ext cx="1651500" cy="139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3183875"/>
            <a:ext cx="12192000" cy="952500"/>
          </a:xfrm>
          <a:prstGeom prst="rect">
            <a:avLst/>
          </a:prstGeom>
          <a:solidFill>
            <a:srgbClr val="00FFFF"/>
          </a:solidFill>
          <a:ln cap="flat" cmpd="sng" w="12700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718515" y="4629713"/>
            <a:ext cx="56316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1500" u="none" cap="none" strike="noStrike">
                <a:solidFill>
                  <a:schemeClr val="lt1"/>
                </a:solidFill>
                <a:highlight>
                  <a:schemeClr val="accent2"/>
                </a:highlight>
                <a:latin typeface="Overlock"/>
                <a:ea typeface="Overlock"/>
                <a:cs typeface="Overlock"/>
                <a:sym typeface="Overlock"/>
              </a:rPr>
              <a:t>Pizzaria</a:t>
            </a:r>
            <a:endParaRPr b="1" i="0" sz="8000" u="none" cap="none" strike="noStrike">
              <a:solidFill>
                <a:schemeClr val="lt1"/>
              </a:solidFill>
              <a:highlight>
                <a:schemeClr val="accent2"/>
              </a:highlight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132925" y="2998325"/>
            <a:ext cx="6217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pt-BR" sz="8000">
                <a:solidFill>
                  <a:srgbClr val="9900FF"/>
                </a:solidFill>
              </a:rPr>
              <a:t>Mussamix</a:t>
            </a:r>
            <a:endParaRPr b="1" i="0" sz="72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511700" y="1083783"/>
            <a:ext cx="8096584" cy="101858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Caveat"/>
              </a:rPr>
              <a:t>venha conhecer</a:t>
            </a: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26387" y="1221462"/>
            <a:ext cx="1070750" cy="7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553925" y="683625"/>
            <a:ext cx="39483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0700" u="none" cap="none" strike="noStrike">
                <a:solidFill>
                  <a:srgbClr val="5B0F00"/>
                </a:solidFill>
                <a:latin typeface="Overlock"/>
                <a:ea typeface="Overlock"/>
                <a:cs typeface="Overlock"/>
                <a:sym typeface="Overlock"/>
              </a:rPr>
              <a:t>P</a:t>
            </a:r>
            <a:endParaRPr b="1" i="0" sz="7200" u="none" cap="none" strike="noStrike">
              <a:solidFill>
                <a:srgbClr val="5B0F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51568">
            <a:off x="9578832" y="4889972"/>
            <a:ext cx="1657941" cy="134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51568">
            <a:off x="1124307" y="4933110"/>
            <a:ext cx="1657941" cy="1341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8099232" y="0"/>
            <a:ext cx="4092768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0" y="5695950"/>
            <a:ext cx="12192000" cy="1162050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650789" y="1526216"/>
            <a:ext cx="5361176" cy="3721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252942" y="279399"/>
            <a:ext cx="2057400" cy="196426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51568">
            <a:off x="497957" y="590585"/>
            <a:ext cx="1657941" cy="134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657821" y="4661237"/>
            <a:ext cx="357339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Pizzaria</a:t>
            </a:r>
            <a:endParaRPr b="1" i="0" sz="54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48953" y="3488812"/>
            <a:ext cx="73645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pt-BR" sz="9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CARDÁPIO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252942" y="279399"/>
            <a:ext cx="2057400" cy="196426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51567">
            <a:off x="529907" y="590585"/>
            <a:ext cx="1657940" cy="134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2695590" y="592820"/>
            <a:ext cx="26516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pt-BR" sz="72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612739" y="3594748"/>
            <a:ext cx="20485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Calabresa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432205" y="5846864"/>
            <a:ext cx="23557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Portuguesa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736787" y="3594748"/>
            <a:ext cx="2165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Mussarela</a:t>
            </a:r>
            <a:endParaRPr b="1" i="0" sz="36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5133" y="2259936"/>
            <a:ext cx="2002218" cy="133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845" y="4388150"/>
            <a:ext cx="1928431" cy="1458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991" y="2243666"/>
            <a:ext cx="1885187" cy="136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7857" y="4406273"/>
            <a:ext cx="1874768" cy="144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89829" y="2228341"/>
            <a:ext cx="1912970" cy="136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89829" y="4406274"/>
            <a:ext cx="1920787" cy="144059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10420350" y="0"/>
            <a:ext cx="1761762" cy="6858000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736787" y="5880816"/>
            <a:ext cx="19864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4 Queijos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669864" y="3591332"/>
            <a:ext cx="21528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Pepperoni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066799" y="5880816"/>
            <a:ext cx="13590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Bacon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2024-08-29T14:10:52Z</dcterms:created>
  <dc:creator>37200@fiecalunos.lan</dc:creator>
</cp:coreProperties>
</file>